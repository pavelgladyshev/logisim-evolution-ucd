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Simple Unix-like Filesystem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implementation using BlockStorage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FS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Unix-like filesystem built on top of BlockStorage: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Block-based storage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512-byte blocks, up to 1024 blocks (512 KB total)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Inode-based file metadata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inodes, each with 26 direct block pointers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directories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Directories are files containing directory entries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bitmap for free space management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which blocks are allocated/free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On-Disk Layout</a:t>
            </a:r>
            <a:endParaRPr lang="en-US" sz="3200" dirty="0"/>
          </a:p>
        </p:txBody>
      </p:sp>
      <p:pic>
        <p:nvPicPr>
          <p:cNvPr id="3" name="Image 0" descr="/sessions/ecstatic-wizardly-davinci/fs_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87782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Superblock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superblock (block 0) contains filesystem metadata: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0x53465346 ("FSFS") - identifies valid filesystem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total_blocks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1024 - total blocks on device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total_inodes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32 - maximum number of files/directories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free_blocks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currently available data blocks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free_inodes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currently available inodes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bitmap_start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1 - first block of allocation bitmap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inode_start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2 - first block of inode table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data_start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3 - first data block for files/directories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Inode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inode (56 bytes) stores file/directory metadata: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 bytes) - file size in bytes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 byte) - 0=free, 1=file, 2=directory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blocks[26]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(52 bytes) - direct block pointers (uint16)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file size: 26 blocks × 512 bytes = 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KB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inodes fit in one 512-byte block (56 × 4 = 224 + padding)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Entries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Directories are files containing an array of directory entries: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entry (32 bytes):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inode</a:t>
            </a:r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 bytes) - inode number (0 = entry is free)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name[28]</a:t>
            </a:r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(28 bytes) - null-terminated filename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entries per 512-byte block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find a file: scan directory entries for matching name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directory is always inode 0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"." or ".." entries in this simple implementation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Resolution: Reading /docs/readme.txt</a:t>
            </a:r>
            <a:endParaRPr lang="en-US" sz="3200" dirty="0"/>
          </a:p>
        </p:txBody>
      </p:sp>
      <p:pic>
        <p:nvPicPr>
          <p:cNvPr id="3" name="Image 0" descr="/sessions/ecstatic-wizardly-davinci/fs_file_a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Operations</a:t>
            </a:r>
            <a:endParaRPr lang="en-US" sz="3200" dirty="0"/>
          </a:p>
        </p:txBody>
      </p:sp>
      <p:pic>
        <p:nvPicPr>
          <p:cNvPr id="3" name="Image 0" descr="/sessions/ecstatic-wizardly-davinci/fs_ope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Allocation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space is tracked using a bitmap (1 bit per block):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block_alloc()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Scan bitmap for first 0 bit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Set bit to 1 (mark as used)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Decrement sb.free_blocks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Return block number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block_free(block_num)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Clear bit to 0 (mark as free)</a:t>
            </a:r>
            <a:endParaRPr lang="en-US" sz="1800" dirty="0"/>
          </a:p>
          <a:p>
            <a:pPr lvl="1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Increment sb.free_blocks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1024 blocks, bitmap fits in 1 block (1024 bits = 128 bytes)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Formatting the Filesystem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fs_format(uint32_t total_blocks)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Calculate layout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uint32_t bitmap_blks = (total_blocks+4095)/4096;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uint32_t inode_blks = (MAX_INODES*56+511)/512;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uint32_t data_start = 1 + bitmap_blks + inode_blks;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Initialize superblock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sb.magic = 0x53465346;  // "FSFS"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sb.total_blocks = total_blocks;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sb.bitmap_start =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sb.inode_start = 1 + bitmap_blks;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sb.data_start = data_start;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Create root directory (inode 0)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BlockStorage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filesystem uses BlockStorage for all disk I/O: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block_read(block_num, buffer)</a:t>
            </a:r>
            <a:endParaRPr lang="en-US" sz="1700" dirty="0"/>
          </a:p>
          <a:p>
            <a:pPr lvl="1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BLOCK_ADDR register, issues READ command</a:t>
            </a:r>
            <a:endParaRPr lang="en-US" sz="1700" dirty="0"/>
          </a:p>
          <a:p>
            <a:pPr lvl="1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 transfers 512 bytes to memory buffer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block_write(block_num, buffer)</a:t>
            </a:r>
            <a:endParaRPr lang="en-US" sz="1700" dirty="0"/>
          </a:p>
          <a:p>
            <a:pPr lvl="1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BLOCK_ADDR register, issues WRITE command</a:t>
            </a:r>
            <a:endParaRPr lang="en-US" sz="1700" dirty="0"/>
          </a:p>
          <a:p>
            <a:pPr lvl="1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 transfers 512 bytes from memory to storage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filesystem layer translates file operations into block operations.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Reading byte 1000 of a file requires:</a:t>
            </a:r>
            <a:endParaRPr lang="en-US" sz="1700" dirty="0"/>
          </a:p>
          <a:p>
            <a:pPr lvl="1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Look up inode, 2. Find block pointer for offset 1000÷512=1</a:t>
            </a:r>
            <a:endParaRPr lang="en-US" sz="1700" dirty="0"/>
          </a:p>
          <a:p>
            <a:pPr lvl="1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Read that block, 4. Return byte at offset 1000%512=488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Fixed-size structures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simple but limited (32 files max)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block pointers only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 indirect blocks (13 KB max file)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Bitmap allocation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O(n) allocation, but simple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Directories as files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unified model, linear search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implementation demonstrates the core concepts used in real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filesystems like ext2/ext3/ext4, just with smaller limits.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Unix-like Filesystem Implementation</dc:title>
  <dc:subject>PptxGenJS Presentation</dc:subject>
  <dc:creator>Pavel</dc:creator>
  <cp:lastModifiedBy>Pavel</cp:lastModifiedBy>
  <cp:revision>1</cp:revision>
  <dcterms:created xsi:type="dcterms:W3CDTF">2026-01-27T22:32:57Z</dcterms:created>
  <dcterms:modified xsi:type="dcterms:W3CDTF">2026-01-27T22:32:57Z</dcterms:modified>
</cp:coreProperties>
</file>